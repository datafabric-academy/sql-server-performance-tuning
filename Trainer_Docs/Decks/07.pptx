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เปิดด้วยคำถามปัญหา "query ชุดเดิม ทำไมวันนี้ช้าขึ้นร้อยเท่า" แล้วบอกผู้เรียนว่าคำตอบทั้งหมดซ่อนอยู่ใน Execution Plan ที่จะเรียนถอดรหัสไปทั้งโมดูล Ref: `Module_07_Query_Execution/README.md:1-3`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แจ้งงบเวลาและจำนวน Exercise ให้ผู้เรียนรู้ก่อนเริ่มตาม Slide Spec 4.2 และย้ำว่าแล็บต้องใช้ database AdventureWorks2025 Ref: `Module_07_Query_Execution/README.md`, Ref: `Module_07_Query_Execution/Labs/README.md:6-9`</a:t>
            </a:r>
          </a:p>
          <a:p>
            <a:r>
              <a:t>จุดเพิ่มเติมที่ย่อออกจากสไลด์: เงื่อนไข: SQL Server 2019+ (แนะนำ 2025/17.x สำหรับ IQP compat 170) + สิทธิ์ `VIEW DATABASE STATE`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execution plan, index, statistics, cardinality — ดูอภิธานศัพท์กลาง `Trainer_Docs/Glossary.md` (ยังไม่มีใน repo — งาน Blocking เฟส 0) และ Module 0 ฉบับขั้นต่ำ Ref: `Module_07_Query_Execution/README.md:1-3,6-7`, Ref: `Module_07_Query_Execution/Sections/01_Query_Optimizer/README.md:5-9`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เดินไดอะแกรมจากซ้ายไปขวาทีละกล่อง แล้วเน้นว่า optimization เองก็มีต้นทุน CPU เวลา compile — จึงมีทางลัด Trivial Plan ในสไลด์ถัดไป Ref: `Module_07_Query_Execution/Sections/01_Query_Optimizer/README.md:19-24`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ยกตัวอย่าง `SELECT * FROM Table` ที่ได้ Trivial Plan ทันที เทียบกับ query ที่ต้องขึ้นถึง Search 2 เพื่อให้เห็นช่วงต้นทุนของ optimizer Ref: `Module_07_Query_Execution/Sections/01_Query_Optimizer/README.md:26-33`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 (มติ #9): `DBCC FREEPROCCACHE` = ล้าง Plan Cache ทั้ง instance (ต้องสิทธิ์ ALTER SERVER STATE); `UPDATE STATISTICS WITH ROWCOUNT/PAGECOUNT` = สั่งแก้ metadata ให้ engine เชื่อว่าตารางมี 1 แถว; `SET STATISTICS IO/TIME` = วัด logical reads และ elapsed time ต่อ statement error ที่พบได้ + รุ่นขั้นต่ำ: ใช้ได้ SQL Server 2019+ และต้องมี database AdventureWorks2025 (ไม่งั้น error "Database 'AdventureWorks2025' does not exist"); ไฟล์สคริปต์ยังไม่มี header `MinVersion:` — ต้องเติมก่อนประกอบเด็ค ต้องเขียนเนื้อหาเพิ่ม: section 1 ไม่มีเนื้อหาเรื่อง Statistics/CE รองรับ demo นี้ (61 บรรทัด ไม่พูดถึง statistics เลย) — ต้องขยายก่อนถือว่าสไลด์มีวัตถุดิบครบ Ref: `Module_07_Query_Execution/Sections/01_Query_Optimizer/README.md`, Ref: `Module_07_Query_Execution/Sections/01_Query_Optimizer/Scripts/02_Statistics_Impact.sql`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operator, cardinality, statistics — อภิธานศัพท์กลาง `Trainer_Docs/Glossary.md` (pending) Ref: `Module_07_Query_Execution/Sections/02_Execution_Plan_Formats/README.md:5-7`, Ref: `Module_07_Query_Execution/Labs/README.md:65-78`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ต้องเขียนเนื้อหาเพิ่ม: เนื้อหา formats ใน section เดิมมีแค่ 3 bullet (S2 README:39-42) — ต้องขยายวิธีบันทึก/เปิด `.sqlplan` และการดึง plan จาก Query Store ก่อนประกอบเด็ค Ref: `Module_07_Query_Execution/Sections/02_Execution_Plan_Formats/README.md:39-42`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ต้องเขียนเนื้อหาเพิ่ม: Section 2 ยังไม่มี `Scripts/` (Scripts 2/4 ของโมดูลตามแผน) — ต้องสร้างสคริปต์ประกอบ demo Live Query Stats (รวมถึง `02_Find_Implicit_Conversions.sql` ที่ `05_Workload_Implicit_Conversions.sql` อ้างถึงใน header แต่ยังไม่มีใน repo) ก่อนทำ Code Lab ของ section นี้ Ref: `Module_07_Query_Execution/Sections/02_Execution_Plan_Formats/README.md:9-37`, Ref: `Module_07_Query_Execution/Sections/01_Query_Optimizer/Scripts/05_Workload_Implicit_Conversions.sql:1-4`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ปิดท้ายด้วย Distributed Query Architecture (OLE DB Provider, OPENROWSET/OPENDATASOURCE) แบบสั้นถ้าเวลาเหลือ — เป็นเกราะเสริม ไม่ใช่ปลายทางของการ tuning Ref: `Module_07_Query_Execution/Sections/02_Execution_Plan_Formats/README.md:44-59`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B-Tree, clustered/non-clustered index (จาก M6) — อภิธานศัพท์กลาง `Trainer_Docs/Glossary.md` (pending) ต้องเขียนเนื้อหาเพิ่ม: Section 3 เป็น section ที่บางที่สุดของโมดูล (26 บรรทัด ไม่มี sql block ไม่มี "ตรวจความเข้าใจ") — ต้องขยายตาม DoD ราย section ก่อนถือว่าสไลด์ชุดนี้มีวัตถุดิบครบ Ref: `Module_07_Query_Execution/Sections/03_Analyzing_Query_Plans/README.md:5-9`, Ref: `Module_07_Query_Execution/README.md:44-47`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ต้องเขียนเนื้อหาเพิ่ม: เดิมมีแค่ 3 bullet (S3 README:11-14) — ต้องเพิ่มตัวอย่าง plan จริงของ join ทั้ง 3 แบบและวิธีอ่านว่า operator ไหนแพงก่อนประกอบเด็ค Ref: `Module_07_Query_Execution/Sections/03_Analyzing_Query_Plans/README.md:11-14`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ต้องเขียนเนื้อหาเพิ่ม: ขยายวิธีจับ warning จาก plan XML และวิธีใช้คู่ workload generator (`03_Workload_CPU_Queries.sql` / `04_Workload_IO_Queries.sql` รันก่อน แล้วค่อยดู top queries) ก่อนประกอบเด็ค Ref: `Module_07_Query_Execution/Sections/03_Analyzing_Query_Plans/README.md:16-20`, Ref: `Module_07_Query_Execution/Sections/03_Analyzing_Query_Plans/Scripts/06_Top_CPU_Queries.sql:1-4`, Ref: `Module_07_Query_Execution/Sections/03_Analyzing_Query_Plans/Scripts/07_High_IO_Queries.sql:1-4`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 (มติ #9): SARGable = predicate ที่ seek ได้ (ไม่มี function ครอบ column); Implicit Conversion = การแปลง Data Type อัตโนมัติเมื่อเทียบคนละ type; Ctrl+M = Include Actual Execution Plan error ที่พบได้ + รุ่นขั้นต่ำ: ใช้ได้ SQL Server 2019+ บน AdventureWorks2025; ไฟล์สคริปต์ยังไม่มี header `MinVersion:` — เติมก่อนประกอบเด็ค ต้องเขียนเนื้อหาเพิ่ม: Section 3 ยังบาง (26 บรรทัด) — ดูหมายเหตุสไลด์ 11 Ref: `Module_07_Query_Execution/Sections/03_Analyzing_Query_Plans/Scripts/01_Seek_vs_Scan.sql:1-8`, Ref: `Module_07_Query_Execution/Labs/README.md:49-61`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cardinality estimation, plan cache, query store — อภิธานศัพท์กลาง `Trainer_Docs/Glossary.md` (pending) Ref: `Module_07_Query_Execution/Sections/04_Intelligent_Query_Processing/README.md:5-18`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ใช้ตารางเต็มใน section README เป็นแผนที่ แต่บนสไลด์แสดงเฉพาะ timeline — ตารางเต็มให้ผู้เรียนกลับไปอ่าน Ref: `Module_07_Query_Execution/Sections/04_Intelligent_Query_Processing/README.md:20-38`, Ref: `Module_07_Query_Execution/README.md:60-77`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ยก Lab Exercise 4 (`usp_SearchOrders`) เป็นตัวอย่างรูปธรรมทันทีหลังสไลด์นี้ Ref: `Module_07_Query_Execution/Sections/04_Intelligent_Query_Processing/README.md:61-77`, Ref: `Module_07_Query_Execution/Labs/README.md:132-172`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คำถามแรกมีเฉลยใน module README (บล็อก details) ส่วนข้อ 4 จาก Wrap-up ท้ายแล็บ; quiz bank รายโมดูลของหลักสูตรยังไม่มี (ช่องว่างตามแผน — เฟส 3) จึงต้องเขียน quiz bank เพิ่มก่อนถือว่าชุดนี้จบ Ref: `Module_07_Query_Execution/README.md:39-52`, Ref: `Module_07_Query_Execution/Labs/README.md:176-181`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 (มติ #9): CTE = `WITH ... AS` ตั้งชื่อ result set ชั่วคราวที่ inline ทุกครั้ง ไม่ materialize; Temp Table ต่างจาก Table Variable ที่ scope/Statistics; Query Store DMV JOIN 3 ตาราง (`sys.query_store_query` + `query_store_plan` + `query_store_runtime_stats`); Exercise 1 Step 3 ใช้ `CAST(query_plan AS XML).value('count(...)', 'INT')` (XQuery นับ node ใน plan XML) error ที่พบได้ + รุ่นขั้นต่ำ: Exercise 4 Step 1 ต้องใช้ SQL Server 2025 (17.x) เพราะ `SET COMPATIBILITY_LEVEL = 170` จะ error บนรุ่นเก่าและฟีเจอร์ OPPO ไม่มี — บน 2022 ให้ข้าม Exercise 4 และทำ Ex 1–3; ไฟล์ .sql ทั้ง 7 ยังไม่มี header `MinVersion:` — เติมก่อนประกอบเด็ค Ref: `Module_07_Query_Execution/Labs/README.md:6-9,132-172,182-186`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ปิดโมดูลด้วยการโยงตรงไปแล็บ M8 (Query Store Regression + Force Plan) เพื่อให้ผู้เรียนเห็นว่า plan ที่วิเคราะห์วันนี้จะถูก cache และถูกจัดการต่อในโมดูลหน้า Ref: `Module_07_Query_Execution/README.md:1-13`, Ref: `Module_08_Plan_Caching/README.md`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Module 7 Query Execution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Module 7 — Query Execution: Execution Plan Analysis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Day 3 ของหลักสูตร — ต่อจาก Statistics &amp; Index Internals (M6) ก่อน Plan Caching (M8)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แท็กไลน์: "อ่าน Execution Plan ให้เป็น = หาต้นตอ Performance ได้"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งบเวลาและภาพรวมโมดูล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งบเวลาโมดูล: ~146 นาที (ประมาณจาก 7.3 นาที/สไลด์ × 20 สไลด์ — </a:t>
            </a:r>
            <a:r>
              <a:rPr sz="1500" b="1">
                <a:latin typeface="Leelawadee UI"/>
                <a:cs typeface="Leelawadee UI"/>
              </a:rPr>
              <a:t>ต้อง sign-off ตัวเลขจริงก่อนประกอบเด็ค</a:t>
            </a:r>
            <a:r>
              <a:rPr sz="1500" b="0">
                <a:latin typeface="Leelawadee UI"/>
                <a:cs typeface="Leelawadee UI"/>
              </a:rPr>
              <a:t>) · Lab 7: </a:t>
            </a:r>
            <a:r>
              <a:rPr sz="1500" b="1">
                <a:latin typeface="Leelawadee UI"/>
                <a:cs typeface="Leelawadee UI"/>
              </a:rPr>
              <a:t>4 Exercise</a:t>
            </a:r>
            <a:r>
              <a:rPr sz="1500" b="0">
                <a:latin typeface="Leelawadee UI"/>
                <a:cs typeface="Leelawadee UI"/>
              </a:rPr>
              <a:t> บน AdventureWorks2025 (ตรวจแล้วจาก </a:t>
            </a:r>
            <a:r>
              <a:rPr sz="1500" b="0">
                <a:latin typeface="Consolas"/>
                <a:cs typeface="Consolas"/>
              </a:rPr>
              <a:t>Module_07_Query_Execution/Labs/README.md</a:t>
            </a:r>
            <a:r>
              <a:rPr sz="1500" b="0">
                <a:latin typeface="Leelawadee UI"/>
                <a:cs typeface="Leelawadee UI"/>
              </a:rPr>
              <a:t> — Exercise 1–4)</a:t>
            </a:r>
          </a:p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เส้นทาง 4 sections: Query Optimizer → Execution Plan Formats → Analyzing Query Plans → Intelligent Query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Query Optimizer — Logical vs Physical 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SQL เป็นภาษาแบบ Declarative — ผู้เขียนบอก "อะไร" ไม่ใช่ "อย่างไร"; Query Optimizer คือ component ที่เลือก Execution Plan ที่ Cost ต่ำสุดจากหลายพัน Plan ที่เป็นไปได้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Logical Processing = ความหมายตามที่เขียน (JOIN/WHERE) vs Physical Processing = ขั้นตอนจริงที่ engine เลือกทำ (Index Seek vs Scan, Nested Loops vs Hash Join)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Query เดียวกันมีได้หลาย Plan — Optimizer เลือกผิด → ช้า 100x–1000x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การ Tuning ที่ยั่งยืนเริ่มจากตอบ "ทำไม Optimizer ถึงเลือก Plan นี้" ก่อนพิจารณาบังคับด้วย Hint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Skill เป้าหมายระดับ 1 ของโมดูล: อ่าน Execution Plan ได้อย่างถูกต้อง (Logical/Physical Operators, Seek/Scan/Key Lookup, Estimated vs Actual Rows)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Query Processing Pipeline — Parsing → Binding → Optimization → Execution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Parsing: ตรวจ Syntax ของ SQL → ได้ Parse Tree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Binding (Algebrizer): ผูกชื่อ Object กับ Metadata → ได้ Query Tree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Optimization: คำนวณ Cost และเลือก Plan ดีที่สุด → ได้ Execution Plan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Execution: ทำงานตาม Plan → Result Set; Plan ที่ compile แล้วถูกเก็บใน Plan Cache (ประเด็นของ Module 8)</a:t>
            </a:r>
          </a:p>
        </p:txBody>
      </p:sp>
      <p:pic>
        <p:nvPicPr>
          <p:cNvPr id="4" name="Picture 3" descr="query-processing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Optimization Phases — Good Enough Plan อย่างรวดเร็ว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เป้าหมายของ Optimizer ไม่ใช่ "Perfect Plan" แต่คือ Good Enough Plan ที่หาเจอเร็วพอ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Simplification: ลดรูป Query — เปลี่ยน Subquery เป็น Join, ตัด Join ที่ไม่จำเป็น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Trivial Plan: Query ที่มีทางเลือกเดียว (เช่น SELECT ง่าย ๆ) ข้าม Cost-based Optimization ได้ทันที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Full Optimization: Search 0 (Transaction Processing) → Search 1 (Quick Plan) → Search 2 (เต็มรูปแบบ พิจารณา Parallelism และ Indexed Views) — ยิ่ง Search ลึกยิ่งกิน CPU ตอน compile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Statistics หลอก Optimizer (Scan vs Seek)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TASK 1: สร้างตาราง </a:t>
            </a:r>
            <a:r>
              <a:rPr sz="1500" b="0">
                <a:latin typeface="Consolas"/>
                <a:cs typeface="Consolas"/>
              </a:rPr>
              <a:t>dbo.SalesStatsDemo</a:t>
            </a:r>
            <a:r>
              <a:rPr sz="1500" b="0">
                <a:latin typeface="Leelawadee UI"/>
                <a:cs typeface="Leelawadee UI"/>
              </a:rPr>
              <a:t> แบบ data skew — 10,000 แถว 'US' vs 10 แถว 'TH' + Index บน CountryCode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TASK 2: หลอก Statistics ด้วย </a:t>
            </a:r>
            <a:r>
              <a:rPr sz="1500" b="0">
                <a:latin typeface="Consolas"/>
                <a:cs typeface="Consolas"/>
              </a:rPr>
              <a:t>UPDATE STATISTICS ... WITH ROWCOUNT = 1, PAGECOUNT = 1</a:t>
            </a:r>
            <a:r>
              <a:rPr sz="1500" b="0">
                <a:latin typeface="Leelawadee UI"/>
                <a:cs typeface="Leelawadee UI"/>
              </a:rPr>
              <a:t> + </a:t>
            </a:r>
            <a:r>
              <a:rPr sz="1500" b="0">
                <a:latin typeface="Consolas"/>
                <a:cs typeface="Consolas"/>
              </a:rPr>
              <a:t>DBCC FREEPROCCACHE</a:t>
            </a:r>
            <a:r>
              <a:rPr sz="1500" b="0">
                <a:latin typeface="Leelawadee UI"/>
                <a:cs typeface="Leelawadee UI"/>
              </a:rPr>
              <a:t> (ล้าง Plan Cache)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TASK 3: เปิด Ctrl+M + </a:t>
            </a:r>
            <a:r>
              <a:rPr sz="1500" b="0">
                <a:latin typeface="Consolas"/>
                <a:cs typeface="Consolas"/>
              </a:rPr>
              <a:t>SET STATISTICS IO/TIME ON</a:t>
            </a:r>
            <a:r>
              <a:rPr sz="1500" b="0">
                <a:latin typeface="Leelawadee UI"/>
                <a:cs typeface="Leelawadee UI"/>
              </a:rPr>
              <a:t> รัน query กรอง 'TH' และ 'US' — สังเกต Plan ที่เลือกผิดจากความจริงของข้อมูล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TASK 4: แก้ด้วย </a:t>
            </a:r>
            <a:r>
              <a:rPr sz="1500" b="0">
                <a:latin typeface="Consolas"/>
                <a:cs typeface="Consolas"/>
              </a:rPr>
              <a:t>UPDATE STATISTICS ... WITH FULLSCAN</a:t>
            </a:r>
            <a:r>
              <a:rPr sz="1500" b="0">
                <a:latin typeface="Leelawadee UI"/>
                <a:cs typeface="Leelawadee UI"/>
              </a:rPr>
              <a:t> แล้วยืนยันว่า Plan กลับมาถูกต้อง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ประเด็นสอน: Optimizer ตัดสินใจจาก Statistics เท่านั้น — คุณภาพของ Statistics = คุณภาพของ Plan (เชื่อมโยงกับ M6)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Plan Types — Estimated vs Actual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Estimated Plan: แผนที่ Optimizer คาดการณ์โดยยังไม่ประมวลผลจริง — ใช้ตรวจโครงสร้าง Plan ได้เร็ว เหมาะกับ query หนัก/รันนานที่ยังไม่ควรรันจริง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Actual Plan: แผนจริงหลังประมวลผล มี Runtime Statistics — Actual Rows, Actual Elapsed Time (SSMS: Ctrl+M Include Actual Execution Plan)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จุดวิเคราะห์หลัก: เทียบ Estimated Rows vs Actual Rows — ต่างกันมาก (&gt;10 เท่า) = cardinality คลาดเคลื่อน คือต้นเหตุ Plan แย่ (มักจาก stale statistics หรือ expression ที่ CE เดาไม่ได้)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เลือกใช้ให้ถูกจังหวะ: ตรวจเร็วไม่รบกวนระบบ = Estimated, ต้องการความจริง = Actual (แลกกับการรัน query จริง)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Plan Formats — Graphical / XML /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Graphical: มาตรฐานใน SSMS — อ่านลำดับการไหลข้อมูลจากขวาไปซ้าย, Operator ที่กินทรัพยากรมากสุดแสดงตัวหนา/ใหญ่สุด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XML: ละเอียดสูงสุด — บันทึกเป็นไฟล์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.sqlplan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เก็บ/แชร์/เปิดกลับใน SSMS ได้ ใช้วิเคราะห์เชิงลึกและส่งต่อทีม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Text (Legacy): รูปแบบข้อความรุ่นเก่า — อ่านยาก ปัจจุบันไม่นิยมใช้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เกณฑ์เลือกใช้: สอนและรีวิวเร็ว = Graphical, วิเคราะห์ลึก/เก็บหลักฐานเทียบก่อน-หลัง = XML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.sqlplan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Live Query Statistics — ดู Plan ขณะทำงานจริง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ดู Execution Plan ขณะ Query กำลังทำงาน พร้อม Animation ของ Data Flow — ชี้ได้ทันทีว่า Query "ติด" ที่ Operator ไหน เหมาะกับ Long-running Queries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3 ทางเปิดใช้: SSMS "Include Live Query Statistics" · Activity Monitor → Show Live Execution Plan · ผ่าน DMV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DMV: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sys.dm_exec_query_profiles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ดู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node_id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physical_operator_name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row_count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เทียบ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estimate_row_count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elapsed_time_ms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ต่อ session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Lightweight Query Profiling (SQL 2019+) เปิดเป็น Default — overhead ต่ำมาก ใช้ได้บน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Parallel Query Processing vs Batch Mode Execution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Exchange Operators: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Distribute Streams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Repartition Streams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Gather Streams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แทรกใน Plan เพื่อจัดการ Data Flow ระหว่าง Threads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Vector-based: ประมวลผลทีละ Batch (~900 rows) ไม่ใช่ทีละ Row — CPU Efficiency สูงเพราะใช้ CPU Cache คุ้มค่า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เร่ง Analytical Query แบบ Big Scan + Aggregate บน OLTP Table โดยไม่ต้องแก้ Index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DOP Dynamics: engine ลด DOP อัตโนมัติได้หาก Available Worker Threads ไม่พอ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Inhibitors ของ Parallelism: Scalar UDFs (ก่อน 2019), Recursive CTEs, MSTVFs, TOP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Evolution: เดิมผูกกับ Columnstore Index เท่านั้น — SQL 2019+ ใช้กับ Rowstore (B-Tree/Heap) ได้แล้ว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Data Access Operators — Seek / Scan / Key Lookup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Index Seek: เดิน B-Tree Traversal ตาม Predicate — ประสิทธิภาพสูงสุดเมื่อ Selectivity สูง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Index Scan: อ่าน Leaf Page ทั้งหมดของ Index — เหมาะกับตารางเล็กหรือ Low Selectivity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Table Scan: อ่าน Heap Table ทั้งตาราง — ควรหลีกเลี่ยงในตารางขนาดใหญ่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Key Lookup: Non-Clustered Index ไม่มี Column ที่ต้องการครบ → กระโดดกลับ Clustered Index/Heap ทีละแถว — Expensive เมื่อเกิดจำนวนมาก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ทางแก้ Key Lookup ที่พบบ่อย: ออกแบบ Covering Index (INCLUDE columns) เพื่อตัดการเดินทางกลับตารางหลัก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Join Operators — Nested Loops / Merge / Hash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Nested Loops: ประสิทธิภาพสูงเมื่อ Outer Input ขนาดเล็ก และ Inner หาได้ด้วย Seek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Merge Join: เก่งสุดเมื่อ Input ทั้งสองฝั่ง Sorted อยู่แล้ว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Hash Join: เหมาะกับ Input ขนาดใหญ่ที่ไม่ Sorted — แลกด้วย Memory เพื่อสร้าง Hash Table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Memory Grant ไม่พอ → Hash Spill ลง TempDB — สัญญาณเตือนที่จะเรียนในสไลด์ถัดไป</a:t>
            </a:r>
          </a:p>
        </p:txBody>
      </p:sp>
      <p:pic>
        <p:nvPicPr>
          <p:cNvPr id="4" name="Picture 3" descr="join-operators-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Plan Warnings — สัญญาณเตือนบน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Missing Index: คำแนะนำสร้าง Index ที่ขึ้นบน Plan (สีเขียว) — ใช้เป็น "ใบแนะนำ" พิจารณาต่อ ไม่ใช่คำสั่งเด็ดขาด เพราะมี Overhead ฝั่ง DML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Implicit Conversion: Data Type ไม่ตรงกัน →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CONVERT_IMPLICIT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ครอบ Column → ปิดกั้น Index Seek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Spill Warning: Memory Grant ไม่พอ → เขียนข้อมูลชั่วคราวลง TempDB — ผลกระทบต่อประสิทธิภาพสูง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Missing Statistics: Optimizer ขาด Statistics สำหรับประเมิน Cost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ล่าสัญญาณระดับเซิร์ฟเวอร์: Top CPU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06_Top_CPU_Queries.sql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และ High IO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07_High_IO_Queries.sql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เชื่อม Plan กับ Resource จริง (สไตล์ Glenn Berry diagnostic queries)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Seek vs Scan: ให้ Seek กลายเป็น Scan ได้อย่างไร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เทียบ 2 แนวทางพื้นฐานสุด: SEEK (Precision) vs SCAN (Brute Force) บนตารางทดสอบที่มี Index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รัน query แบบ SARGable → Index Seek; เปลี่ยน Predicate ให้เกิด Implicit Conversion → Plan กลายเป็น Scan + Warning </a:t>
            </a:r>
            <a:r>
              <a:rPr sz="1500" b="0">
                <a:latin typeface="Consolas"/>
                <a:cs typeface="Consolas"/>
              </a:rPr>
              <a:t>CONVERT_IMPLICIT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เทียบ Logical Reads (</a:t>
            </a:r>
            <a:r>
              <a:rPr sz="1500" b="0">
                <a:latin typeface="Consolas"/>
                <a:cs typeface="Consolas"/>
              </a:rPr>
              <a:t>SET STATISTICS IO</a:t>
            </a:r>
            <a:r>
              <a:rPr sz="1500" b="0">
                <a:latin typeface="Leelawadee UI"/>
                <a:cs typeface="Leelawadee UI"/>
              </a:rPr>
              <a:t>) และ Estimated vs Actual Rows ระหว่างสอง Plan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เชื่อมโยง workload จริง: รัน </a:t>
            </a:r>
            <a:r>
              <a:rPr sz="1500" b="0">
                <a:latin typeface="Consolas"/>
                <a:cs typeface="Consolas"/>
              </a:rPr>
              <a:t>05_Workload_Implicit_Conversions.sql</a:t>
            </a:r>
            <a:r>
              <a:rPr sz="1500" b="0">
                <a:latin typeface="Leelawadee UI"/>
                <a:cs typeface="Leelawadee UI"/>
              </a:rPr>
              <a:t> generate traffic แล้วล่า conversion จาก Query Store (สไตล์ Exercise 1 Step 3 ของแล็บ)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ประเด็นสอน: SARGability อยู่ในมือคนเขียน query — แก้ที่ Type/Pattern ถูกกว่าบังคับด้วย Hint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Intelligent Query Processing — ให้ Engine แก้ Plan เอง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IQP = กลุ่มฟีเจอร์ปรับปรุง Query Performance โดยอัตโนมัติ แก้ Code น้อยที่สุด (Minimal Implementation Effort)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เงื่อนไขหลัก: Compatibility Level ต้องสูงพอ —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160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(SQL 2022) /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170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(SQL 2025)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หลายฟีเจอร์ต้องเปิด Query Store (READ_WRITE mode) เพื่อเก็บ Feedback ลง Disk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มุมการสอน: IQP ไม่ใช่ทดแทน query ที่เขียนดี — มันช่วยเคสที่ CE/Plan เดาผิดซ้ำ ๆ ของ Workload จริง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IQP Features ต่อรุ่น 2017 →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2017: Batch Mode Adaptive Joins, Memory Grant Feedback, Interleaved Execution (MSTVF)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2019: Row Mode Memory Grant Feedback, Table Variable Deferred Compilation, Scalar UDF Inlining, Batch Mode on Rowstore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2022 (compat 160): MGF Persisted, Parameter Sensitive Plan (PSP), DOP Feedback, CE Feedback, Optimized Plan Forcing — กลุ่มหลังต้องมี Query Store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2025 (compat 170): Optional Parameter Plan Optimization (OPPO) + CE Feedback for Expressions; DOP Feedback เปิด Default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ติดตาม Feedback ที่ engine ใช้จริง: column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has_compile_replay_script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บน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sys.query_store_plan</a:t>
            </a:r>
          </a:p>
        </p:txBody>
      </p:sp>
      <p:pic>
        <p:nvPicPr>
          <p:cNvPr id="4" name="Picture 3" descr="iqp-features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PSP vs OPPO — หลาย Plan ต่อ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ปัญหา: Parameter Sniffing บน Data Skew — ค่าหนึ่งมี 10 แถว อีกค่ามี 1 ล้านแถว Plan เดียวไม่พอ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ผล: Query เดียวมี Multiple Cached Plans ที่เหมาะกับแต่ละช่วงข้อมูลโดยอัตโนมัติ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กลไก: Multiplan แยก 2 ทาง —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@p IS NULL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→ Scan Plan,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@p IS NOT NULL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→ Seek Plan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กลไก: Dispatcher ใน Plan Cache ตรวจค่า Parameter ตอน Runtime → แตก Query Variants ตามช่วง Cardinality (Low/Medium/High)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ปัญหา: Pattern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WHERE (@p IS NULL OR col = @p)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ได้ Index Scan ตลอดเวลาแม้ระบุค่า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@p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ผล: ไม่ต้องเขียน IF/ELSE หรือ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OPTION(RECOMPILE)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ประสิทธิภาพดีทั้งสองกรณี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ตรวจความเข้าใจ — Query Execution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1) Logical Reads กับ Physical Reads ต่างกันอย่างไร — ตัวไหนบ่งชี้ Disk ช้า?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2) Key Lookup คืออะไร ทำไมถึงเปลือง I/O และแก้ด้วยแนวทางใด?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3) Implicit Conversion ทำให้ Plan แย่อย่างไร — ต้องแก้ที่จุดไหนของ query?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4) OPPO ต้องมีเงื่อนไขอะไรจึงทำงาน? (SQL Server 2025 / compat 170 + Query Store)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Lab 7 — Execution Plan Analysis &amp; Query Tuning (4 Exercise)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Prerequisites: SQL Server 2019+ (แนะนำ 2025/17.x), database AdventureWorks2025, สิทธิ์ </a:t>
            </a:r>
            <a:r>
              <a:rPr sz="1500" b="0">
                <a:latin typeface="Consolas"/>
                <a:cs typeface="Consolas"/>
              </a:rPr>
              <a:t>VIEW DATABASE STATE</a:t>
            </a:r>
            <a:r>
              <a:rPr sz="1500" b="0">
                <a:latin typeface="Leelawadee UI"/>
                <a:cs typeface="Leelawadee UI"/>
              </a:rPr>
              <a:t>, เปิด Ctrl+M ตลอดแล็บ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Exercise 1: Implicit Conversion (Non-SARGable) — จำลองปัญหา/แก้ให้ตรง type/ล่า conversion ทั้ง cache ด้วย Query Store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Exercise 2: Cardinality คลาดเคลื่อน → หา operator แพง (Estimated vs Actual) + SARGable แบบ function บน column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Exercise 3: Temp Table vs Table Variable vs CTE — วัดผลและเกณฑ์เลือกใช้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Exercise 4: IQP — Memory Grant Feedback + OPPO (compat 170) + ติดตาม feedback จาก Query Store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Cleanup: </a:t>
            </a:r>
            <a:r>
              <a:rPr sz="1500" b="0">
                <a:latin typeface="Consolas"/>
                <a:cs typeface="Consolas"/>
              </a:rPr>
              <a:t>DROP PROCEDURE IF EXISTS dbo.usp_SearchOrders;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สรุป Module 7 + ก้าวต่อไป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SQL เป็นภาษา Declarative — คุณภาพ Plan มาจาก Statistics และเป้าหมาย "Good Enough Plan" ของ Optimizer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อ่าน Plan: ไหลขวา→ซ้าย, เทียบ Estimated vs Actual Rows, จับ 4 Warnings (Missing Index / Implicit Conversion / Spill / Missing Statistics)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SARGability อยู่ในมือผู้เขียน query — แก้ที่ตัว query/type ก่อนแตะ Hardware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IQP (PSP / OPPO / DOP Feedback) ช่วยอัตโนมัติบน compat 160/170 โดยมี Query Store เป็นพยาน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ก้าวต่อไป: Module 8 Plan Caching — Plan ที่ดีถูก cache อย่างไร และเน่า (regression) ได้อย่างไร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