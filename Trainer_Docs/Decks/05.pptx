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 scenario ของแล็บ: ผู้ใช้บ่นแอป "ค้าง" และ batch กลางคืนล้มด้วย error 1205 — โมดูลนี้ทำให้ผู้เรียนอ่านสาเหตุได้เองด้วย DMV และแก้ได้ทั้งแบบเดิม (isolation) และแบบใหม่ (Optimized Locking) Ref: `Module_05_Concurrency/README.md`, `Module_05_Concurrency/Labs/README.md:13`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ประกาศงบเวลาและจำนวน Exercise ให้ผู้เรียนรับทราบก่อนเริ่ม (เวลาจริงจากการทดสอบผู้เรียนฐาน Admin เฟส 4 ต้องนำมาเทียบกับ 195 นาทีนี้และรายงานเจ้าของหลักสูตร) Ref: `Module_05_Concurrency/Labs/README.md`, `Trainer_Docs/Course_Guide_4Days.md:89,95-96`</a:t>
            </a:r>
          </a:p>
          <a:p>
            <a:r>
              <a:t>จุดเพิ่มเติมที่ย่อออกจากสไลด์: ⚠️ Exercise 4 ต้องใช้ **SQL Server 2025 (17.x)** เท่านั้น (`OPTIMIZED_LOCKING`) — รุ่นเก่าทำ Exercise 1–3 แล้วข้าม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คำว่า Transaction, Lock, DMV — ชี้ลิงก์ glossary กลาง (ยังไม่มีไฟล์ใน repo วันนี้ — เฟส 0 ของแผนแม่บท ต้องสร้างก่อนขึ้นเด็คจริง) Ref: `Module_05_Concurrency/Sections/01_Concurrency_Transactions/README.md:5-21` — ต้องเขียนเนื้อหาเพิ่ม: Section 1 (40 บรรทัด) ยังไม่มีตัวอย่าง Workload ประกอบการเลือก model (เช่น OLTP แอบแฟ้ม vs งานรายงาน)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Default = READ COMMITTED แบบ Pessimistic ที่ใช้ Shared Lock (คำถามข้อ 1 ของ quiz โมดูล) Ref: `Module_05_Concurrency/Sections/01_Concurrency_Transactions/README.md:23-29` — ต้องเขียนเนื้อหาเพิ่ม: ตาราง "anomaly × isolation level" (ระดับใดกันอะไร) ยังไม่มีใน section README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สไลด์นี้คือพื้นฐานของ Exercise 3 ในแล็บและของ Section 3 Ref: `Module_05_Concurrency/Sections/01_Concurrency_Transactions/README.md:31-34`, `Module_05_Concurrency/Sections/03_ADR_Optimized_Locking_2025/README.md:33-43` — ต้องเขียนเนื้อหาเพิ่ม: ส่วนต้นทุน/การมอนิเตอร์ Version Store ของ Section 1 ยังสั้น (ควรเติม query ดู version store)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ศัพท์ต้องรู้ก่อน: **CROSS APPLY** = เรียก table-valued function ต่อท้ายแต่ละแถว (ใช้จับคู่ request กับ SQL text); **ROW_NUMBER() OVER** = window function สร้างลำดับแถว (ใน script 01); ไฟล์ .sql ทั้ง 9 ของโมดูลยังไม่มี header `MinVersion:` — ต้องเติมก่อนประกอบเด็ค (DoD ข้อ 2) Ref: `Module_05_Concurrency/Labs/README.md` Exercise 1</a:t>
            </a:r>
          </a:p>
          <a:p>
            <a:r>
              <a:t>Scripts: `Module_05_Concurrency/Sections/01_Concurrency_Transactions/Scripts/01_Blocking_SessionA.sql` · `…/02_Blocking_SessionB.sql` · `…/09_Active_Transactions.sql` · `Module_05_Concurrency/Sections/02_Locking_Internals/Scripts/05_Analyze_Blocking.sql`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wait type และโครงสร้าง page/index จาก Module 1–2 — ชี้ลิงก์ glossary กลาง (ยังไม่มีไฟล์ — เฟส 0) Ref: `Module_05_Concurrency/Sections/02_Locking_Internals/README.md:5-21,79-96,124-139` — Section 2 เนื้อหาหนา (257 บรรทัด) ครอบคลุมหัวข้อนี้แล้ว สไลด์ย่อเฉพาะส่วนที่สอนหน้าชั้น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ตัวเลข 5,000 / 24% / 1,250 อ้างจากเอกสาร Microsoft ที่ตกใน README (ยังไม่ใช่ผลรันจริงบน 17.x จึงห้ามขึ้น layout 07 Stat Callout ตามข้อ 4.6) Ref: `Module_05_Concurrency/Sections/02_Locking_Internals/README.md:23-50` — คำถามข้อ 2 ของ quiz โมดูลมาจากสไลด์นี้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ต่อเนื่องกับ Exercise 2 ของแล็บที่อ่าน Deadlock Graph จาก system_health จริง Ref: `Module_05_Concurrency/Sections/02_Locking_Internals/README.md:204-251` — ต้องเขียนเนื้อหาเพิ่ม: แนวทาง "อ่าน Deadlock Graph ทีละส่วน" (victim/resource/process list) ยังไม่มีใน section README</a:t>
            </a:r>
          </a:p>
          <a:p>
            <a:r>
              <a:t>Scripts: `Module_05_Concurrency/Sections/02_Locking_Internals/Scripts/03_Deadlock_SessionA.sql` · `…/04_Deadlock_SessionB.sql` · `…/05_Analyze_Blocking.sql`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หัวข้อนี้ใช้ syntax เกิน SELECT/JOIN — ให้ผู้เรียนผ่าน glossary (latch/spinlock) ก่อนอ่านโค้ด Ref: `Module_05_Concurrency/Sections/02_Locking_Internals/README.md:146-202` — สคริปต์ใช้ `DBCC SQLPERF … CLEAR` และ `WAITFOR DELAY` ให้รันบน Test/Lab เท่านั้น</a:t>
            </a:r>
          </a:p>
          <a:p>
            <a:r>
              <a:t>Scripts: `Module_05_Concurrency/Sections/02_Locking_Internals/Scripts/08_Latch_Spinlock_Analysis.sql` (demo เสริมถ้าเวลาเหลือ หรือมอบเป็นงานหลังห้อง)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RCSI จากสไลด์ 5 และ ACID จากสไลด์ 3 — ชี้ลิงก์ glossary กลาง (ยังไม่มีไฟล์ — เฟส 0) Ref: `Module_05_Concurrency/Sections/03_ADR_Optimized_Locking_2025/README.md:5-43` — ต้องเขียนเนื้อหาเพิ่ม: Section 3 (99 บรรทัด) ยังไม่มีตัวอย่าง Error 3960 จริง/แนวทางเขียน Retry และยังไม่มีบล็อก "ตรวจความเข้าใจ" ตาม DoD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Ref: `Module_05_Concurrency/Sections/03_ADR_Optimized_Locking_2025/README.md:49-93` — ต้องเขียนเนื้อหาเพิ่ม: sLog ถูกอ้างใน Course Guide (:56) แต่ยังไม่มีคำอธิบายใน section README + ยังไม่มี demo SQL และ "ตรวจความเข้าใจ" ตาม DoD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Ref: `Module_05_Concurrency/README.md:59-73` — ⚠️ ต้องแก้เนื้อหา: `Module_05_Concurrency/Sections/02_Locking_Internals/README.md:52-55` เขียนว่า "ฟีเจอร์ใหม่ใน SQL Server 2022" ซึ่งขัดกับแผนแม่บท (มติ #4: 2025-only มี hard guard) และ `Course_Guide_4Days.md:56` — ต้องเขียนเนื้อหาเพิ่ม: ตัวเลขเทียบ lock ก่อน/หลังต้องรอ sign-off รันจริงบน 17.x ก่อนขึ้น Stat Callout</a:t>
            </a:r>
          </a:p>
          <a:p>
            <a:r>
              <a:t>Scripts: T-SQL จาก `Module_05_Concurrency/Labs/README.md:175-198` (Exercise 4) — **ต้องสร้างไฟล์ script ประจำ Section 3 ก่อนประกอบเด็ค** เพราะ `Sections/03_ADR_Optimized_Locking_2025/` ยังไม่มีโฟลเดอร์ `Scripts/` (กติกา 4.6: ห้ามพิมพ์ T-SQL ลอย)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เฉลย: (1) READ COMMITTED แบบ Pessimistic (Shared Lock) (2) ยุบ Row/Page lock → Table lock เมื่อ ≥5,000 เพื่อประหยัด Memory แต่ลด Concurrency (3) Access Objects in Order กันวงจร (4) ต้องเปิด ADR ก่อน และแนะนำเปิด RCSI คู่กันเพื่อให้ LAQ ทำงาน — คำถาม 1–3 มาจาก quiz blocks ของโมดูล, ข้อ 4 ผูกกับ Section 3; Ref: `Module_05_Concurrency/README.md:39-51,62-67`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ศัพท์ต้องรู้ก่อน: **CROSS APPLY/OUTER APPLY** (จับคู่ request ↔ SQL text ต่อแถว), **XQuery `.nodes()`** (แตก XML deadlock report ออกเป็นแถว) — อธิบาย 1 บรรทัดก่อนเริ่มแล็บ; **Error ที่พบได้:** 1205 (ตั้งใจจำลองใน Exercise 2) และ `ALTER DATABASE … SET` จะล้มเหลวเมื่อมี connection อื่นค้างต่อ DB (Exercise 3–4 — บันทึกข้อความ/เลข error จริงตอน sign-off บน 17.x); **รุ่นขั้นต่ำ:** 2019+ ยกเว้น Exercise 4 = 17.x; ไฟล์ .sql ทั้ง 9 ยังไม่มี header `MinVersion:` — ต้องเติมก่อนประกอบเด็ค Ref: `Module_05_Concurrency/Labs/README.md`</a:t>
            </a:r>
          </a:p>
          <a:p>
            <a:r>
              <a:t>Scripts: `Module_05_Concurrency/Sections/01_Concurrency_Transactions/Scripts/01_Blocking_SessionA.sql` · `…/02_Blocking_SessionB.sql` · `…/06_Blocking_Simulation.sql` · `…/07_Snapshot_Isolation.sql` · `…/09_Active_Transactions.sql` · `Module_05_Concurrency/Sections/02_Locking_Internals/Scripts/03_Deadlock_SessionA.sql` · `…/04_Deadlock_SessionB.sql` · `…/05_Analyze_Blocking.sql`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 dependency M5 → M9 (XE deadlock session ต้องเข้าใจ lock จากโมดูลนี้ก่อน) และงานหลังห้อง: ผู้เรียนทดสอบบันทึกเวลาจริงของแล็บมาเทียบงบ 195 นาที Ref: `Module_05_Concurrency/README.md`, `Trainer_Docs/Course_Guide_4Days.md:130`</a:t>
            </a:r>
          </a:p>
          <a:p>
            <a:r>
              <a:t>Scripts: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5 — Concurrency: Locking, Isolation &amp; Optimized Locking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หลักสูตร SQL Server Performance Tuning (4 วัน / 24 ชม.) — วันที่ 2 ของคอร์ส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กลไกจัดการผู้ใช้งานพร้อมกัน: Locking, Transaction Isolation Levels, Row Versioning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ฟีเจอร์ใหม่ SQL Server 2025: ADR (PVS/sLog) + Optimized Locking (TID Locking / LAQ)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ปูทางสู่ Module 9: จับ Deadlock ด้วย Extended Events (</a:t>
            </a:r>
            <a:r>
              <a:rPr sz="1600" b="0">
                <a:latin typeface="Consolas"/>
                <a:cs typeface="Consolas"/>
              </a:rPr>
              <a:t>xml_deadlock_report</a:t>
            </a:r>
            <a:r>
              <a:rPr sz="1600" b="0">
                <a:latin typeface="Leelawadee UI"/>
                <a:cs typeface="Leelawadee UI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งบเวลาและเส้นทางของโมดูล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งบเวลาโมดูล: </a:t>
            </a:r>
            <a:r>
              <a:rPr sz="1500" b="1">
                <a:latin typeface="Leelawadee UI"/>
                <a:cs typeface="Leelawadee UI"/>
              </a:rPr>
              <a:t>195 นาที</a:t>
            </a:r>
            <a:r>
              <a:rPr sz="1500" b="0">
                <a:latin typeface="Leelawadee UI"/>
                <a:cs typeface="Leelawadee UI"/>
              </a:rPr>
              <a:t> (บทเรียน 90 นาที + LAB 5 105 นาที — ตารางวันที่ 2) · แล็บ </a:t>
            </a:r>
            <a:r>
              <a:rPr sz="1500" b="1">
                <a:latin typeface="Leelawadee UI"/>
                <a:cs typeface="Leelawadee UI"/>
              </a:rPr>
              <a:t>4 Exercise</a:t>
            </a:r>
            <a:r>
              <a:rPr sz="1500" b="0">
                <a:latin typeface="Leelawadee UI"/>
                <a:cs typeface="Leelawadee UI"/>
              </a:rPr>
              <a:t>: Blocking Chain / Deadlock Graph / RCSI / Optimized Locking (2025)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เป้าหมาย: อ่าน Blocking ด้วย DMV ได้ → วิเคราะห์ Deadlock Graph ได้ → เลือก Isolation/RCSI ให้เหมาะกับ Workload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Concurrency Models — Pessimistic vs Optimistic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Pessimistic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สมมติ Conflict เกิดเสมอ → Lock ทันทีที่อ่าน/แก้ไข — *Default ของ SQL Server*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ได้ Data Consistency สูงสุด แต่โอกาส Blocking สูงตาม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Optimistic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สมมติ Conflict น้อย → ไม่ Lock ตอนอ่าน ใช้ Row Versioning + ตรวจ Validation ตอน Commit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ลด Blocking มาก แต่ต้องมี Retry logic และแบกต้นทุน Version Store (TempDB หรือ PVS)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Transaction = Logical Unit of Work ต้องครบ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ACID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Atomicity / Consistency / Isolation / Durability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Transaction Modes: Auto-commit (Default) · Explicit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BEGIN TRAN…COMMIT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Implicit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Isolation Levels &amp; Read Anomalies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READ UNCOMMITTED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อ่านข้าม lock → เสี่ยง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Dirty Read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สูงสุด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READ COMMITTED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(Default): กัน Dirty Read แต่ยังเจอ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Non-Repeatable Read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Phantom Read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REPEATABLE READ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ค่าที่อ่านคงเดิมจนจบ Transaction (กัน Non-Repeatable Read)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SERIALIZABLE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กัน Phantom ด้วย Key-Range Lock — Blocking/Deadlock สูงสุด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SNAPSHOT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อ่านเวอร์ชันก่อนหน้าจาก Version Store แทนการรอ Lock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Trade-off: ยิ่ง Isolation เข้มขึ้น = Concurrency ลดลง — เลือกตาม Workload ไม่ใช่ตั้ง Default แล้วลืม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RCSI — อ่านไม่รอ Lock ด้วย Row Versioning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RCSI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ปรับ READ COMMITTED ให้ใช้ Row Versioning แทน Shared Lock: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ALTER DATABASE … SET READ_COMMITTED_SNAPSHOT 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Reader อ่านเวอร์ชัน committed ล่าสุดจาก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Version Store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→ Reader ไม่ block Writer และไม่ถูก block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Version Store อยู่ใน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TempDB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(เมื่อไม่เปิด ADR) → ต้องมอนิเตอร์พื้นที่ TempDB เสมอ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Azure SQL Database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เปิด RCSI เป็น Default ตั้งแต่แรก — on-premises ยังปิด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เขียน (Writer) ยัง Lock ปกติ → RCSI แก้ "อ่านชนเขียน" ไม่ใช่ "เขียนชนเขียน"</a:t>
            </a:r>
          </a:p>
        </p:txBody>
      </p:sp>
      <p:pic>
        <p:nvPicPr>
          <p:cNvPr id="4" name="Picture 3" descr="rcsi-row-vers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จำลอง Blocking Chain และหา Head Blocker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Session A: </a:t>
            </a:r>
            <a:r>
              <a:rPr sz="1500" b="0">
                <a:latin typeface="Consolas"/>
                <a:cs typeface="Consolas"/>
              </a:rPr>
              <a:t>BEGIN TRAN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UPDATE</a:t>
            </a:r>
            <a:r>
              <a:rPr sz="1500" b="0">
                <a:latin typeface="Leelawadee UI"/>
                <a:cs typeface="Leelawadee UI"/>
              </a:rPr>
              <a:t> ค้างไว้ (script 01) → Session B: </a:t>
            </a:r>
            <a:r>
              <a:rPr sz="1500" b="0">
                <a:latin typeface="Consolas"/>
                <a:cs typeface="Consolas"/>
              </a:rPr>
              <a:t>SELECT</a:t>
            </a:r>
            <a:r>
              <a:rPr sz="1500" b="0">
                <a:latin typeface="Leelawadee UI"/>
                <a:cs typeface="Leelawadee UI"/>
              </a:rPr>
              <a:t> แถวเดียวกันค้างรอ (script 02)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Session C: </a:t>
            </a:r>
            <a:r>
              <a:rPr sz="1500" b="0">
                <a:latin typeface="Consolas"/>
                <a:cs typeface="Consolas"/>
              </a:rPr>
              <a:t>sys.dm_exec_requests</a:t>
            </a:r>
            <a:r>
              <a:rPr sz="1500" b="0">
                <a:latin typeface="Leelawadee UI"/>
                <a:cs typeface="Leelawadee UI"/>
              </a:rPr>
              <a:t> — ดู </a:t>
            </a:r>
            <a:r>
              <a:rPr sz="1500" b="0">
                <a:latin typeface="Consolas"/>
                <a:cs typeface="Consolas"/>
              </a:rPr>
              <a:t>blocking_session_id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wait_type</a:t>
            </a:r>
            <a:r>
              <a:rPr sz="1500" b="0">
                <a:latin typeface="Leelawadee UI"/>
                <a:cs typeface="Leelawadee UI"/>
              </a:rPr>
              <a:t> (</a:t>
            </a:r>
            <a:r>
              <a:rPr sz="1500" b="0">
                <a:latin typeface="Consolas"/>
                <a:cs typeface="Consolas"/>
              </a:rPr>
              <a:t>LCK_M_S</a:t>
            </a:r>
            <a:r>
              <a:rPr sz="1500" b="0">
                <a:latin typeface="Leelawadee UI"/>
                <a:cs typeface="Leelawadee UI"/>
              </a:rPr>
              <a:t>), </a:t>
            </a:r>
            <a:r>
              <a:rPr sz="1500" b="0">
                <a:latin typeface="Consolas"/>
                <a:cs typeface="Consolas"/>
              </a:rPr>
              <a:t>wait_time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หา </a:t>
            </a:r>
            <a:r>
              <a:rPr sz="1500" b="1">
                <a:latin typeface="Leelawadee UI"/>
                <a:cs typeface="Leelawadee UI"/>
              </a:rPr>
              <a:t>Head Blocker</a:t>
            </a:r>
            <a:r>
              <a:rPr sz="1500" b="0">
                <a:latin typeface="Leelawadee UI"/>
                <a:cs typeface="Leelawadee UI"/>
              </a:rPr>
              <a:t>: script 05 (join </a:t>
            </a:r>
            <a:r>
              <a:rPr sz="1500" b="0">
                <a:latin typeface="Consolas"/>
                <a:cs typeface="Consolas"/>
              </a:rPr>
              <a:t>sys.dm_exec_connections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CROSS APPLY sys.dm_exec_sql_text</a:t>
            </a:r>
            <a:r>
              <a:rPr sz="1500" b="0">
                <a:latin typeface="Leelawadee UI"/>
                <a:cs typeface="Leelawadee UI"/>
              </a:rPr>
              <a:t>) หรือ script 09 (open transaction ที่นอนถือ lock)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ปลดด้วย </a:t>
            </a:r>
            <a:r>
              <a:rPr sz="1500" b="0">
                <a:latin typeface="Consolas"/>
                <a:cs typeface="Consolas"/>
              </a:rPr>
              <a:t>COMMIT</a:t>
            </a:r>
            <a:r>
              <a:rPr sz="1500" b="0">
                <a:latin typeface="Leelawadee UI"/>
                <a:cs typeface="Leelawadee UI"/>
              </a:rPr>
              <a:t>/</a:t>
            </a:r>
            <a:r>
              <a:rPr sz="1500" b="0">
                <a:latin typeface="Consolas"/>
                <a:cs typeface="Consolas"/>
              </a:rPr>
              <a:t>ROLLBACK</a:t>
            </a:r>
            <a:r>
              <a:rPr sz="1500" b="0">
                <a:latin typeface="Leelawadee UI"/>
                <a:cs typeface="Leelawadee UI"/>
              </a:rPr>
              <a:t> ที่ Session A → Session B รันต่อทันที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ไม่มี error แต่ query ค้าง (wait type </a:t>
            </a:r>
            <a:r>
              <a:rPr sz="1500" b="0">
                <a:latin typeface="Consolas"/>
                <a:cs typeface="Consolas"/>
              </a:rPr>
              <a:t>LCK_M_*</a:t>
            </a:r>
            <a:r>
              <a:rPr sz="1500" b="0">
                <a:latin typeface="Leelawadee UI"/>
                <a:cs typeface="Leelawadee UI"/>
              </a:rPr>
              <a:t>) · </a:t>
            </a: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(ฐานข้อมูล AdventureWorks2025)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`Module_05_Concurrency/Sections/01_Concurrency_Transactions/Scripts/01_Blocking_SessionA.sql` · `…/02_Blocking_SessionB.sql` · `…/09_Active_Transactions.sql` · `Module_05_Concurrency/Sections/02_Locking_Internals/Scripts/05_Analyze_Blocking.sql`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Lock Granularity &amp; Lock Modes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Lock Manager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จัดการ lock ทั้งระบบ —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Dynamic Locking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เลือก Granularity ตั้งแต่ตอนสร้าง Plan (Proactive)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Hierarchy: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RID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(Heap)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KEY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(B-Tree)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PAGE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(8KB)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EXTENT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(64KB)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HoBT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TABLE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DATABASE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Modes: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(อ่านร่วมกันได้)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X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(ผู้ขาด)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U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(กัน deadlock ตอน update: S→U→X)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IS/IX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Intent Lock ประกาศเจตนาในระดับแม่;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Sch-M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(DDL) Block ทุกอย่างแม้แต่ NOLOCK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SERIALIZABLE ใช้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Key-Range Lock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(RangeS-S, RangeI-N, RangeX-X) เพื่อกัน Phantom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อย่าสับสน: Lock ≠ Latch ≠ Spinlock (เจาะลึกในสไลด์ 10)</a:t>
            </a:r>
          </a:p>
        </p:txBody>
      </p:sp>
      <p:pic>
        <p:nvPicPr>
          <p:cNvPr id="4" name="Picture 3" descr="lock-granularity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Lock Compatibility Matrix &amp; Lock Escalation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S+S ✅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อ่านพร้อมกันได้หลายคน |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S+X ❌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อ่านชนเขียน = Blocking เกิดขึ้น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X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ไม่ compatible กับทุก mode — ต้นเหตุของ Blocking Chain ยาว ๆ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Lock Escalation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ยุบ Row/Page → TABLE เมื่อ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≥5,000 locks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ต่อ statement หรือ lock memory เกิน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24%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ของ engine memory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Trade-off: ประหยัด Memory แต่ Concurrency ดิ่ง (คนอื่นใช้ตารางไม่ได้เลย)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ควบคุมได้: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ALTER TABLE … SET LOCK_ESCALATION = AUTO | TABLE | DISABLE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; escalate ไม่สำเร็จจะ retry ทุก 1,250 locks ที่เพิ่มขึ้น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Deadlock — Cycle, Detection &amp; Prevention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Deadlock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Transaction สองตัวรอทรัพยากรซึ่งกันและกัน (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Cyclic Dependency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→ Lock Monitor เลือก Victim ฆ่าทิ้ง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Detection: ตรวจทุก 5 วินาที (เร่งเป็นทุก 100ms หลังเจอครั้งแรก) — Victim = ฝั่ง rollback ถูกสุด (log น้อย)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Error 1205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จับ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Deadlock Graph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จาก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system_health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XEvent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xml_deadlock_report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— อย่าใช้ SQL Profiler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วิธีลดที่ดีที่สุด: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Access Objects in Order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เข้าถึงตารางตามลำดับเดียวกันทุก Transaction กันวงจร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เสริม: Transaction สั้น, ไม่รอ user input ระหว่าง tran, ใช้ Index ลด Table Scan, ใช้ RCSI แทน Shared Lock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จำลองวงจรในห้อง: Session A lock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Product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↔ Session B lock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SalesOrderDetail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แล้วสลับขอ (scripts 03/04)</a:t>
            </a:r>
          </a:p>
        </p:txBody>
      </p:sp>
      <p:pic>
        <p:nvPicPr>
          <p:cNvPr id="4" name="Picture 3" descr="deadlock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Latches &amp; Spinlocks — กลไกซิงค์ภายใน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Lock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กุญแจห้องนอน: ปกป้องข้อมูลผู้ใช้ ถือจนจบ Transaction → wait type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LCK_M_*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Latch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กุญแจตู้เย็น: ปกป้อง Buffer Page ถือสั้น →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PAGELATCH_*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PAGEIOLATCH_*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(รอ I/O จาก Disk)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Spinlock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กุญแจเครื่องชงกาแฟ: ปกป้องโครงสร้างภายใน วนลูปกิน CPU ไม่มี wait type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ทำไมต้องหลายชั้น: ของที่ถือแค่แป๊บเดียว วนรอ CPU ถูกกว่านอนรอแล้วเสีย Context Switch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อาการ Spinlock Contention (เครื่อง 24+ cores): High CPU โดยไม่มี wait ชัดเจน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SOS_SCHEDULER_YIELD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สูงแต่ Throughput ไม่ขึ้น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วิเคราะห์ด้วย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sys.dm_os_spinlock_stats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ตัวดัง: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LOCK_HASH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LOGCACHE_ACCESS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SOS_OBJECT_STORE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RCSI vs Snapshot Isolation — เลือกให้ถูก Workload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RCSI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Statement-level consistency — อ่าน committed ณ ตอนเริ่ม statement; ไม่มี Update Conflict; เหมาะ OLTP ทั่วไป (Azure SQL ใช้เป็น Default)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เปิดระดับ Database: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SET READ_COMMITTED_SNAPSHOT 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แล้วใช้ได้ทุก session ทันที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(ล่าง) Version Store: TempDB (ไม่เปิด ADR) หรือ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PVS ใน User Database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(เปิด ADR) — TempDB เต็ม = การอ่าน version ล้มเหลว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SNAPSHOT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Transaction-level consistency — อ่าน committed ณ ตอนเริ่ม Transaction; เหมาะงาน Report ที่ต้องการมุมมองคงเส้นคงวา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เปิด Database + ระดับ Session: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SET TRANSACTION ISOLATION LEVEL SNAPSHOT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มี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Update Conflict → Error 3960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ต้องมี Retry ใน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ADR — Accelerated Database Recovery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Traditional: Undo ขึ้นกับขนาด/จำนวน Uncommitted Transaction — rollback transaction ยักษ์อาจนานนับชั่วโมง;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ADR: Instant Undo ~วินาที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โครงสร้างใหม่: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sLog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(secondary in-memory log) +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PVS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(Persistent Version Store อยู่ใน User Database แทน TempDB)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Log Truncation ไม่ต้องรอ Oldest Active Transaction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→ transaction log ไม่โตมั่วอีกต่อไป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ADR = Prerequisite ของ Optimized Locking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; SQL Server 2025 เพิ่ม ADR ใน TempDB (rollback temp table ทันที — ต้อง restart engine)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มอนิเตอร์: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sys.dm_tran_persistent_version_store_stats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PVS เติบโตเกินควบคุม = จุดตรวจหลังเปิด ADR</a:t>
            </a:r>
          </a:p>
        </p:txBody>
      </p:sp>
      <p:pic>
        <p:nvPicPr>
          <p:cNvPr id="4" name="Picture 3" descr="adr-recover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Optimized Locking (SQL Server 2025) — TID Locking &amp; LAQ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TID Locking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ไม่ถือ Row/Page X lock ค้างจนจบ Transaction ใน READ COMMITTED — เหลือเพียง lock บน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Transaction ID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LAQ (Lock After Qualification)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กรองแถวบนเวอร์ชัน committed ล่าสุดโดยไม่ถือ U lock — ทำงานเมื่อเปิด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RCSI คู่กัน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ผลลัพธ์: Lock memory ลด ·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Lock Escalation แทบไม่เกิด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·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LCK_M_*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waits ลดมากใน OLTP ปกติ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สถานะ: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ปิด Default ใน SQL Server 2025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(ต่างจาก Azure SQL DB ที่เปิดให้ DB ใหม่)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เปิดใช้: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SET ACCELERATED_DATABASE_RECOVERY = 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ก่อน แล้ว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SET OPTIMIZED_LOCKING = 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(ต้องไม่มี connection อื่นตอนรัน)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ตรวจสถานะ: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sys.databases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is_optimized_locking_on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— คือ Exercise 4 ของแล็บ (2025-only)</a:t>
            </a:r>
          </a:p>
        </p:txBody>
      </p:sp>
      <p:pic>
        <p:nvPicPr>
          <p:cNvPr id="4" name="Picture 3" descr="optimized-locking-tid-l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 Module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Isolation Level ใดเป็น Default ของ SQL Server และมีโอกาสเกิด Blocking สูง?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Lock Escalation คืออะไร และทำไม SQL Server ถึงทำ?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วิธีแก้ Deadlock ที่ดีที่สุดคืออะไร?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(2025) ก่อนเปิด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OPTIMIZED_LOCKING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ต้องเปิดอะไรก่อน และแนะนำเปิดอะไรคู่กัน?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5 — Blocking, Deadlocks &amp; Isolation Levels (4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Scenario: แอป "ค้าง" + batch กลางคืนล้ม error 1205 → จำลอง วิเคราะห์ (DMV + XEvent) แล้วทดสอบยาแก้ทั้งแบบเดิมและแบบใหม่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1</a:t>
            </a:r>
            <a:r>
              <a:rPr sz="1500" b="0">
                <a:latin typeface="Leelawadee UI"/>
                <a:cs typeface="Leelawadee UI"/>
              </a:rPr>
              <a:t> — Blocking Chain + หา Head Blocker ด้วย DMV (Scripts 01/02 + 05/09)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2</a:t>
            </a:r>
            <a:r>
              <a:rPr sz="1500" b="0">
                <a:latin typeface="Leelawadee UI"/>
                <a:cs typeface="Leelawadee UI"/>
              </a:rPr>
              <a:t> — จำลอง Deadlock (Scripts 03/04) + อ่าน Deadlock Graph จาก </a:t>
            </a:r>
            <a:r>
              <a:rPr sz="1500" b="0">
                <a:latin typeface="Consolas"/>
                <a:cs typeface="Consolas"/>
              </a:rPr>
              <a:t>system_health</a:t>
            </a:r>
            <a:r>
              <a:rPr sz="1500" b="0">
                <a:latin typeface="Leelawadee UI"/>
                <a:cs typeface="Leelawadee UI"/>
              </a:rPr>
              <a:t> (error 1205 ตั้งใจให้เกิด)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3</a:t>
            </a:r>
            <a:r>
              <a:rPr sz="1500" b="0">
                <a:latin typeface="Leelawadee UI"/>
                <a:cs typeface="Leelawadee UI"/>
              </a:rPr>
              <a:t> — เปิด RCSI แล้ว Session B SELECT "ผ่านทันที" + ดู PVS ด้วย </a:t>
            </a:r>
            <a:r>
              <a:rPr sz="1500" b="0">
                <a:latin typeface="Consolas"/>
                <a:cs typeface="Consolas"/>
              </a:rPr>
              <a:t>sys.dm_tran_persistent_version_store_stats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Exercise 4 (SQL Server 2025 เท่านั้น)</a:t>
            </a:r>
            <a:r>
              <a:rPr sz="1500" b="0">
                <a:latin typeface="Leelawadee UI"/>
                <a:cs typeface="Leelawadee UI"/>
              </a:rPr>
              <a:t> — เปิด ADR + </a:t>
            </a:r>
            <a:r>
              <a:rPr sz="1500" b="0">
                <a:latin typeface="Consolas"/>
                <a:cs typeface="Consolas"/>
              </a:rPr>
              <a:t>OPTIMIZED_LOCKING</a:t>
            </a:r>
            <a:r>
              <a:rPr sz="1500" b="0">
                <a:latin typeface="Leelawadee UI"/>
                <a:cs typeface="Leelawadee UI"/>
              </a:rPr>
              <a:t> แล้วเทียบ lock ที่ถือ (เหลือ TID lock); </a:t>
            </a:r>
            <a:r>
              <a:rPr sz="1500" b="1">
                <a:latin typeface="Leelawadee UI"/>
                <a:cs typeface="Leelawadee UI"/>
              </a:rPr>
              <a:t>ทางเลือกสำหรับรุ่นเก่า:</a:t>
            </a:r>
            <a:r>
              <a:rPr sz="1500" b="0">
                <a:latin typeface="Leelawadee UI"/>
                <a:cs typeface="Leelawadee UI"/>
              </a:rPr>
              <a:t> ทำ Exercise 1–3 แล้วข้าม Exercise 4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ทำงาน SSMS 3 หน้าต่าง (Session A/B/C) · Permission: </a:t>
            </a:r>
            <a:r>
              <a:rPr sz="1500" b="0">
                <a:latin typeface="Consolas"/>
                <a:cs typeface="Consolas"/>
              </a:rPr>
              <a:t>VIEW SERVER STATE</a:t>
            </a:r>
            <a:r>
              <a:rPr sz="1500" b="0">
                <a:latin typeface="Leelawadee UI"/>
                <a:cs typeface="Leelawadee UI"/>
              </a:rPr>
              <a:t> + สิทธิ์ KILL (แนะนำ sysadmin บน VM)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`Module_05_Concurrency/Sections/01_Concurrency_Transactions/Scripts/01_Blocking_SessionA.sql` · `…/02_Blocking_SessionB.sql` · `…/06_Blocking_Simulation.sql` · `…/07_Snapshot_Isolation.sql` · `…/09_Active_Transactions.sql` · `Module_05_Concurrency/Sections/02_Locking_Internals/Scripts/03_Deadlock_SessionA.sql` · `…/04_Deadlock_SessionB.sql` · `…/05_Analyze_Blocking.sql`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 Module 5 &amp; ทางต่อยอด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Concurrency = หาสมดุล Consistency ↔ Concurrency — เลือก Isolation/RCSI ตาม Workload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Blocking อ่านได้สดจาก </a:t>
            </a:r>
            <a:r>
              <a:rPr sz="1500" b="0">
                <a:latin typeface="Consolas"/>
                <a:cs typeface="Consolas"/>
              </a:rPr>
              <a:t>sys.dm_exec_requests</a:t>
            </a:r>
            <a:r>
              <a:rPr sz="1500" b="0">
                <a:latin typeface="Leelawadee UI"/>
                <a:cs typeface="Leelawadee UI"/>
              </a:rPr>
              <a:t> — หา Head Blocker ก่อนเสมอ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Deadlock ลดได้เชิงระบบ: Access Order + Short Transaction + RCSI — วิเคราะห์ Graph จาก </a:t>
            </a:r>
            <a:r>
              <a:rPr sz="1500" b="0">
                <a:latin typeface="Consolas"/>
                <a:cs typeface="Consolas"/>
              </a:rPr>
              <a:t>system_health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SQL Server 2025: ADR (PVS/sLog) + Optimized Locking (TID/LAQ) — ตัวเลขประสิทธิภาพต้องรอ sign-off รันจริงบน 17.x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ต่อไป: Module 9 Extended Events — สร้าง XE session จับ Deadlock/Blocking เอง โดยใช้พื้นฐาน lock จากโมดูลนี้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